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42"/>
    <p:restoredTop sz="94694"/>
  </p:normalViewPr>
  <p:slideViewPr>
    <p:cSldViewPr snapToGrid="0">
      <p:cViewPr varScale="1">
        <p:scale>
          <a:sx n="165" d="100"/>
          <a:sy n="165" d="100"/>
        </p:scale>
        <p:origin x="1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49E4F-B2FF-CE4A-8C59-F1CE99065EA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E0B4DA-96F8-7449-8D80-291DBD8CF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21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E1A3C-E336-684E-B8A2-BDC149FF0387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644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A814-E178-C342-A9F7-4FAFBC98F83B}" type="datetime3">
              <a:rPr lang="en-US" smtClean="0"/>
              <a:t>22 April 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‹#›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8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C841F-DEA1-2340-83C2-A3E6B2441CFD}" type="datetime3">
              <a:rPr lang="en-US" smtClean="0"/>
              <a:t>22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2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31877-1BD7-7C4E-AC11-21999D3D9332}" type="datetime3">
              <a:rPr lang="en-US" smtClean="0"/>
              <a:t>22 April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39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E3BB-D419-1446-8E07-EA1022EE5CE9}" type="datetime3">
              <a:rPr lang="en-US" smtClean="0"/>
              <a:t>22 April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06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06992-212A-A04D-A30F-A0F2616D33E0}" type="datetime3">
              <a:rPr lang="en-US" smtClean="0"/>
              <a:t>22 April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187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0EC98-6A82-FE47-987F-A474C8C6086B}" type="datetime3">
              <a:rPr lang="en-US" smtClean="0"/>
              <a:t>22 April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56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0469-FBE4-284A-B2E6-FE78980DD717}" type="datetime3">
              <a:rPr lang="en-US" smtClean="0"/>
              <a:t>22 April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39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F529-E6C7-D94A-A11F-8B4A759BE1EE}" type="datetime3">
              <a:rPr lang="en-US" smtClean="0"/>
              <a:t>22 April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29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31769-D4A7-3443-BD05-C262278ABBCF}" type="datetime3">
              <a:rPr lang="en-US" smtClean="0"/>
              <a:t>22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40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1D54D-8CBD-AC4D-B30E-E3216EE802D7}" type="datetime3">
              <a:rPr lang="en-US" smtClean="0"/>
              <a:t>22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00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A3E45-0F04-0440-A025-4828F3C8666C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E93B2F-3418-FB48-B1B0-E14009C8720B}" type="slidenum">
              <a:rPr lang="en-US" smtClean="0"/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873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42818-91F1-0319-8E27-2509A0B1A9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29D3D-4B70-4253-1DA4-9012687316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400"/>
            </a:pPr>
            <a:endParaRPr lang="en-US" dirty="0"/>
          </a:p>
          <a:p>
            <a:pPr>
              <a:defRPr sz="2400"/>
            </a:pPr>
            <a:endParaRPr lang="en-US" dirty="0"/>
          </a:p>
          <a:p>
            <a:pPr>
              <a:defRPr sz="2400"/>
            </a:pPr>
            <a:r>
              <a:rPr lang="en-US" dirty="0"/>
              <a:t>Tuan Minh Pham @ PhD Computer Engineering</a:t>
            </a:r>
          </a:p>
          <a:p>
            <a:pPr>
              <a:defRPr sz="1800"/>
            </a:pPr>
            <a:r>
              <a:rPr lang="en-US" dirty="0"/>
              <a:t>University of Houston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B0226-673A-07B2-519C-FC154D489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8645" y="4767263"/>
            <a:ext cx="2057400" cy="273844"/>
          </a:xfrm>
        </p:spPr>
        <p:txBody>
          <a:bodyPr/>
          <a:lstStyle/>
          <a:p>
            <a:fld id="{D349ABC0-189C-B14A-BDE7-51E0D6D3FD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482935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</TotalTime>
  <Words>11</Words>
  <Application>Microsoft Macintosh PowerPoint</Application>
  <PresentationFormat>On-screen Show (16:9)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1_Custom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Tuan Pham</dc:creator>
  <cp:lastModifiedBy>Tuan Pham</cp:lastModifiedBy>
  <cp:revision>90</cp:revision>
  <cp:lastPrinted>2026-02-16T17:58:49Z</cp:lastPrinted>
  <dcterms:created xsi:type="dcterms:W3CDTF">2026-02-16T15:52:23Z</dcterms:created>
  <dcterms:modified xsi:type="dcterms:W3CDTF">2026-04-22T15:38:56Z</dcterms:modified>
</cp:coreProperties>
</file>